
<file path=[Content_Types].xml><?xml version="1.0" encoding="utf-8"?>
<Types xmlns="http://schemas.openxmlformats.org/package/2006/content-types">
  <Default ContentType="image/jpeg" Extension="jpeg"/>
  <Default ContentType="image/png" Extension="jpg"/>
  <Default ContentType="application/vnd.openxmlformats-package.relationships+xml" Extension="rels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58" r:id="rId3"/>
    <p:sldId id="259" r:id="rId4"/>
    <p:sldId id="261" r:id="rId5"/>
    <p:sldId id="260" r:id="rId6"/>
    <p:sldId id="262" r:id="rId7"/>
    <p:sldId id="263" r:id="rId8"/>
    <p:sldId id="264" r:id="rId9"/>
    <p:sldId id="265" r:id="rId10"/>
    <p:sldId id="273" r:id="rId11"/>
    <p:sldId id="267" r:id="rId12"/>
    <p:sldId id="268" r:id="rId13"/>
    <p:sldId id="269" r:id="rId14"/>
    <p:sldId id="270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8F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6169A-32B5-84EA-E45A-070464295D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BB6811-5D91-EBD6-29DB-C81864A04B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57D95-E9C9-9D67-7D87-FAF0EE296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739C5-5CD0-413C-A844-8D2E53B10FFD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9C2F1-C5D3-6D39-EB10-03EE2EC7A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EA58F-959E-FC95-AE92-078E74324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A864-3EFD-44D8-B5BA-720892F201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677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39C5B-8F6D-E289-E002-F8B34A893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65D44-926B-77E9-F2BA-C39506EAE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E96C0-146C-68B3-B72E-7A3A79D44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739C5-5CD0-413C-A844-8D2E53B10FFD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EFCC8-B713-39D3-8FD3-3FDBC370B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CA1DC-4EBB-35B4-37D6-1AB3BC7A4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A864-3EFD-44D8-B5BA-720892F201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849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64250-DF0C-29FA-A3EE-DB6F3F02F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427A7-447D-9F34-C0AB-F43E63E19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0FA80-FDA2-3801-58DD-97B3F5D7B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739C5-5CD0-413C-A844-8D2E53B10FFD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5A77C-79B6-92EF-3B74-14F38E2D3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D781A-C8E2-9194-3EC1-AE7DEE74C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A864-3EFD-44D8-B5BA-720892F201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877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934B4-D66A-E929-49FA-91C77F3C7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ECC89-94F1-1EE8-AD06-5E4F16C647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4E77C6-29E3-69E7-2DD8-896AC8FB5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0F32D2-63BA-82DD-B2DA-DACA894F6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739C5-5CD0-413C-A844-8D2E53B10FFD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3E54A0-4B3E-817C-C07B-3F2004AED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B34BC-2D56-FEC9-6E0F-CE6D77EA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A864-3EFD-44D8-B5BA-720892F201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731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B794-F6E5-76B3-EF70-7650A7860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D52B1-A718-F3F0-8C8E-6FBA8B51B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6B22C9-F5C5-ED5C-CAE6-9C81F5EB9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7E1E0B-007E-D796-82F9-D4430CE96D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DD5819-BB96-3261-8EA4-FF90392992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EB502F-DB74-8524-6D19-7332543E2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739C5-5CD0-413C-A844-8D2E53B10FFD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9A049D-EF2C-6EE2-5E73-869ACD2BE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C33065-2B10-391C-660F-5E7523B10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A864-3EFD-44D8-B5BA-720892F201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916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F4703-A12D-7B8C-34F8-83163734E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366A63-DCBC-A472-70CA-A1ED3DDF4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739C5-5CD0-413C-A844-8D2E53B10FFD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F80305-E4B3-EA3C-F07C-8120E5835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910876-545E-8FB2-8801-DBE83A22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A864-3EFD-44D8-B5BA-720892F201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352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8F02AE-C181-B88D-9E74-71E8E1E27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739C5-5CD0-413C-A844-8D2E53B10FFD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53AF7C-7CA7-72CC-EA19-A2A11BFAB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3AA4B-79C1-7A6D-1102-A57DB0093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A864-3EFD-44D8-B5BA-720892F201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295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2945-2DAA-762D-654A-4060F45D0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8EB9E-05F9-CD7D-C517-CA049EE4A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CBAFF5-D4E1-339E-3F84-D854911C06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525E0-D303-9494-3879-4946F2E6C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739C5-5CD0-413C-A844-8D2E53B10FFD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947EE-EBE3-C93D-1F1D-929ADDFFA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FDBA37-BC6A-B426-171E-5DEB67869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A864-3EFD-44D8-B5BA-720892F201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578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DD37F-769C-4337-C702-F22EB0E18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56FD86-1468-DE86-9987-A06547C1BD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3D1995-086E-E880-76C5-29810CD16B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9B389-6965-4C75-1CA7-6E680CDB5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739C5-5CD0-413C-A844-8D2E53B10FFD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199418-E636-02F5-5F21-60A1B0E6A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1AE3E-D751-9320-9797-70C6DAB2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A864-3EFD-44D8-B5BA-720892F201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9548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4D81-716A-3E9B-459D-E419AF50B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930977-0F11-C489-2375-4E8EEAEA11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064EE-DF38-C852-171A-7B658EDED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739C5-5CD0-413C-A844-8D2E53B10FFD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9FCB5-F5B2-B9A4-1339-408C4DBFB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E0E32-0F8F-A208-4A38-6B7B7CA7A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A864-3EFD-44D8-B5BA-720892F201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550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BC91CE-85C1-0B5C-2852-CC7EC65112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2F2EBA-6495-C51B-0B95-EF92A2A86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894B1-96C1-645F-8DCD-D6E7A6BFF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739C5-5CD0-413C-A844-8D2E53B10FFD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903A2-638E-85D4-B59A-2AD19DF1A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1FE38-03DB-B3EB-035F-46E873536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A864-3EFD-44D8-B5BA-720892F201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8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1F5B7E-973F-1681-FE96-40CDE1D8E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C22D7-1074-B33D-2ED7-1243E7C64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489FD-9181-24E8-9F76-A1550987B7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8739C5-5CD0-413C-A844-8D2E53B10FFD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2F703-835F-7244-9BF7-5CA51C8E8A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84E65-39D4-FDC8-11B9-40210024D0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6A864-3EFD-44D8-B5BA-720892F201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901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media/image1.jp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3.xml.rels><?xml version="1.0" encoding="UTF-8" standalone="yes" ?><Relationships xmlns="http://schemas.openxmlformats.org/package/2006/relationships"><Relationship Id="rId2" Target="../media/image3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4.xml.rels><?xml version="1.0" encoding="UTF-8" standalone="yes" ?><Relationships xmlns="http://schemas.openxmlformats.org/package/2006/relationships"><Relationship Id="rId2" Target="../media/image4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5.xml.rels><?xml version="1.0" encoding="UTF-8" standalone="yes" ?><Relationships xmlns="http://schemas.openxmlformats.org/package/2006/relationships"><Relationship Id="rId2" Target="../media/image5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6.xml.rels><?xml version="1.0" encoding="UTF-8" standalone="yes" ?><Relationships xmlns="http://schemas.openxmlformats.org/package/2006/relationships"><Relationship Id="rId2" Target="../media/image6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7.xml.rels><?xml version="1.0" encoding="UTF-8" standalone="yes" ?><Relationships xmlns="http://schemas.openxmlformats.org/package/2006/relationships"><Relationship Id="rId2" Target="../media/image7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8.xml.rels><?xml version="1.0" encoding="UTF-8" standalone="yes" ?><Relationships xmlns="http://schemas.openxmlformats.org/package/2006/relationships"><Relationship Id="rId2" Target="../media/image8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9.xml.rels><?xml version="1.0" encoding="UTF-8" standalone="yes" ?><Relationships xmlns="http://schemas.openxmlformats.org/package/2006/relationships"><Relationship Id="rId2" Target="../media/image9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10.xml.rels><?xml version="1.0" encoding="UTF-8" standalone="yes" ?><Relationships xmlns="http://schemas.openxmlformats.org/package/2006/relationships"><Relationship Id="rId2" Target="../media/image10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11.xml.rels><?xml version="1.0" encoding="UTF-8" standalone="yes" ?><Relationships xmlns="http://schemas.openxmlformats.org/package/2006/relationships"><Relationship Id="rId2" Target="../media/image11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12.xml.rels><?xml version="1.0" encoding="UTF-8" standalone="yes" ?><Relationships xmlns="http://schemas.openxmlformats.org/package/2006/relationships"><Relationship Id="rId2" Target="../media/image12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13.xml.rels><?xml version="1.0" encoding="UTF-8" standalone="yes" ?><Relationships xmlns="http://schemas.openxmlformats.org/package/2006/relationships"><Relationship Id="rId2" Target="../media/image13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218596-2FD9-6F05-BE04-13C231583B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80"/>
            <a:ext cx="12192000" cy="684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036195"/>
      </p:ext>
    </p:extLst>
  </p:cSld>
  <p:clrMapOvr>
    <a:masterClrMapping/>
  </p:clrMapOvr>
  <p:transition spd="slow"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7F8598-7D9B-9235-7B71-6365984AC3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80"/>
            <a:ext cx="12192000" cy="68478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0D1443-09DB-DB2C-2B51-16A22297EC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80"/>
            <a:ext cx="12192000" cy="684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123636"/>
      </p:ext>
    </p:extLst>
  </p:cSld>
  <p:clrMapOvr>
    <a:masterClrMapping/>
  </p:clrMapOvr>
  <p:transition spd="slow"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C021BE-2BA7-5977-DFD6-896AD7D4F0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30002"/>
      </p:ext>
    </p:extLst>
  </p:cSld>
  <p:clrMapOvr>
    <a:masterClrMapping/>
  </p:clrMapOvr>
  <p:transition spd="slow"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244091-8CBF-6FB1-8321-FA45B714E0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80"/>
            <a:ext cx="12192000" cy="684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838308"/>
      </p:ext>
    </p:extLst>
  </p:cSld>
  <p:clrMapOvr>
    <a:masterClrMapping/>
  </p:clrMapOvr>
  <p:transition spd="slow"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328D3C-3AD4-3569-C69A-CD2BA38819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80"/>
            <a:ext cx="12192000" cy="684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806006"/>
      </p:ext>
    </p:extLst>
  </p:cSld>
  <p:clrMapOvr>
    <a:masterClrMapping/>
  </p:clrMapOvr>
  <p:transition spd="slow"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E45C0D-50D6-6D95-0598-E061425F06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391511"/>
      </p:ext>
    </p:extLst>
  </p:cSld>
  <p:clrMapOvr>
    <a:masterClrMapping/>
  </p:clrMapOvr>
  <p:transition spd="slow"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BAC36E-D9A8-333F-5AC3-683E40535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80"/>
            <a:ext cx="12192000" cy="684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958039"/>
      </p:ext>
    </p:extLst>
  </p:cSld>
  <p:clrMapOvr>
    <a:masterClrMapping/>
  </p:clrMapOvr>
  <p:transition spd="slow"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D93CC9-FE87-4A3C-DD2E-51BD743A5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80"/>
            <a:ext cx="12192000" cy="684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748826"/>
      </p:ext>
    </p:extLst>
  </p:cSld>
  <p:clrMapOvr>
    <a:masterClrMapping/>
  </p:clrMapOvr>
  <p:transition spd="slow"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07FF90-148B-A239-ED61-1D820B5689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80"/>
            <a:ext cx="12192000" cy="684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54282"/>
      </p:ext>
    </p:extLst>
  </p:cSld>
  <p:clrMapOvr>
    <a:masterClrMapping/>
  </p:clrMapOvr>
  <p:transition spd="slow">
    <p:wipe dir="d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9998E4-86C8-EE5F-DF69-BD49D7948E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 t="4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582013"/>
      </p:ext>
    </p:extLst>
  </p:cSld>
  <p:clrMapOvr>
    <a:masterClrMapping/>
  </p:clrMapOvr>
  <p:transition spd="slow"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66B3D6-5AA8-618B-7C73-065BB201B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80"/>
            <a:ext cx="12192000" cy="684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427987"/>
      </p:ext>
    </p:extLst>
  </p:cSld>
  <p:clrMapOvr>
    <a:masterClrMapping/>
  </p:clrMapOvr>
  <p:transition spd="slow"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E52A5C-0CCC-7C67-B963-118C6EBCCC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80"/>
            <a:ext cx="12192000" cy="684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098454"/>
      </p:ext>
    </p:extLst>
  </p:cSld>
  <p:clrMapOvr>
    <a:masterClrMapping/>
  </p:clrMapOvr>
  <p:transition spd="slow"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001EFD-FC4B-448A-3CB5-B9BDD2794B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80"/>
            <a:ext cx="12192000" cy="684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883602"/>
      </p:ext>
    </p:extLst>
  </p:cSld>
  <p:clrMapOvr>
    <a:masterClrMapping/>
  </p:clrMapOvr>
  <p:transition spd="slow"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C756B1-706D-DD4D-9A0B-98637EDB9B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80"/>
            <a:ext cx="12192000" cy="684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2293"/>
      </p:ext>
    </p:extLst>
  </p:cSld>
  <p:clrMapOvr>
    <a:masterClrMapping/>
  </p:clrMapOvr>
  <p:transition spd="slow"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7CBB22-A30C-6FC6-5EEE-8E7D92BAC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A91EED-3E3B-6055-D9DB-9CC6E06CDB88}"/>
              </a:ext>
            </a:extLst>
          </p:cNvPr>
          <p:cNvSpPr txBox="1"/>
          <p:nvPr/>
        </p:nvSpPr>
        <p:spPr>
          <a:xfrm>
            <a:off x="10076688" y="6007608"/>
            <a:ext cx="1911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0000"/>
                </a:solidFill>
                <a:latin typeface="Ink Free" panose="03080402000500000000" pitchFamily="66" charset="0"/>
              </a:rPr>
              <a:t>By </a:t>
            </a:r>
          </a:p>
          <a:p>
            <a:r>
              <a:rPr lang="en-IN" b="1" dirty="0">
                <a:solidFill>
                  <a:srgbClr val="000000"/>
                </a:solidFill>
                <a:latin typeface="Ink Free" panose="03080402000500000000" pitchFamily="66" charset="0"/>
              </a:rPr>
              <a:t>     Aljuvaireya P</a:t>
            </a:r>
          </a:p>
        </p:txBody>
      </p:sp>
    </p:spTree>
    <p:extLst>
      <p:ext uri="{BB962C8B-B14F-4D97-AF65-F5344CB8AC3E}">
        <p14:creationId xmlns:p14="http://schemas.microsoft.com/office/powerpoint/2010/main" val="1471137518"/>
      </p:ext>
    </p:extLst>
  </p:cSld>
  <p:clrMapOvr>
    <a:masterClrMapping/>
  </p:clrMapOvr>
  <p:transition spd="slow">
    <p:wipe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</Words>
  <Application>Microsoft Office PowerPoint</Application>
  <PresentationFormat>Widescreen</PresentationFormat>
  <Paragraphs>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Ink Free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Aljuvaireya P</dc:creator>
  <cp:lastModifiedBy>Aljuvaireya P</cp:lastModifiedBy>
  <cp:revision>3</cp:revision>
  <dcterms:created xsi:type="dcterms:W3CDTF">2025-10-20T12:28:28Z</dcterms:created>
  <dcterms:modified xsi:type="dcterms:W3CDTF">2025-10-20T12:40:16Z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9454094</vt:lpwstr>
  </property>
  <property fmtid="{D5CDD505-2E9C-101B-9397-08002B2CF9AE}" name="NXPowerLiteSettings" pid="3">
    <vt:lpwstr>F7000400038000</vt:lpwstr>
  </property>
  <property fmtid="{D5CDD505-2E9C-101B-9397-08002B2CF9AE}" name="NXPowerLiteVersion" pid="4">
    <vt:lpwstr>S10.9.4</vt:lpwstr>
  </property>
</Properties>
</file>